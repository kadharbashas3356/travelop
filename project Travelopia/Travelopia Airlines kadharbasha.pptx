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868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7" autoAdjust="0"/>
    <p:restoredTop sz="94660"/>
  </p:normalViewPr>
  <p:slideViewPr>
    <p:cSldViewPr snapToGrid="0">
      <p:cViewPr varScale="1">
        <p:scale>
          <a:sx n="86" d="100"/>
          <a:sy n="86" d="100"/>
        </p:scale>
        <p:origin x="422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BBB652-1330-48FF-8CC7-59FBD61E30D9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C2EAE7-886A-474B-B80F-6A5140CC5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7736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39354-DAFC-4BA5-860F-9445E0769066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0FC41-7CC9-4DF2-8F57-1ADB904DD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000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39354-DAFC-4BA5-860F-9445E0769066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0FC41-7CC9-4DF2-8F57-1ADB904DD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822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39354-DAFC-4BA5-860F-9445E0769066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0FC41-7CC9-4DF2-8F57-1ADB904DD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76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39354-DAFC-4BA5-860F-9445E0769066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0FC41-7CC9-4DF2-8F57-1ADB904DD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351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39354-DAFC-4BA5-860F-9445E0769066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0FC41-7CC9-4DF2-8F57-1ADB904DD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11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39354-DAFC-4BA5-860F-9445E0769066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0FC41-7CC9-4DF2-8F57-1ADB904DD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301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39354-DAFC-4BA5-860F-9445E0769066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0FC41-7CC9-4DF2-8F57-1ADB904DD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0281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39354-DAFC-4BA5-860F-9445E0769066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0FC41-7CC9-4DF2-8F57-1ADB904DD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761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39354-DAFC-4BA5-860F-9445E0769066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0FC41-7CC9-4DF2-8F57-1ADB904DD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768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39354-DAFC-4BA5-860F-9445E0769066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0FC41-7CC9-4DF2-8F57-1ADB904DD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446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39354-DAFC-4BA5-860F-9445E0769066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0FC41-7CC9-4DF2-8F57-1ADB904DD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369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E39354-DAFC-4BA5-860F-9445E0769066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10FC41-7CC9-4DF2-8F57-1ADB904DD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744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30880-79D6-42A4-87D4-8AD589F8B8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6330" y="79899"/>
            <a:ext cx="11354540" cy="861134"/>
          </a:xfrm>
        </p:spPr>
        <p:txBody>
          <a:bodyPr>
            <a:normAutofit fontScale="90000"/>
          </a:bodyPr>
          <a:lstStyle/>
          <a:p>
            <a:r>
              <a:rPr lang="en-US" b="1" dirty="0" err="1">
                <a:solidFill>
                  <a:srgbClr val="C868AD"/>
                </a:solidFill>
                <a:latin typeface="+mn-lt"/>
              </a:rPr>
              <a:t>Travelopia</a:t>
            </a:r>
            <a:r>
              <a:rPr lang="en-US" b="1" dirty="0">
                <a:solidFill>
                  <a:srgbClr val="C868AD"/>
                </a:solidFill>
                <a:latin typeface="+mn-lt"/>
              </a:rPr>
              <a:t> Airlines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1A8A65-D44C-462A-A71A-3D8B1F219B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2457" y="1136341"/>
            <a:ext cx="10209321" cy="41725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Customer Satisfaction and Service Excellence Analysis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946E0C-0E53-41D6-B5E1-74B4215A2FDA}"/>
              </a:ext>
            </a:extLst>
          </p:cNvPr>
          <p:cNvSpPr txBox="1"/>
          <p:nvPr/>
        </p:nvSpPr>
        <p:spPr>
          <a:xfrm>
            <a:off x="346230" y="1677880"/>
            <a:ext cx="11212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Data-Driven Insights and Strategic Recommendation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901E74-AF23-4335-8E4C-880BA77768E5}"/>
              </a:ext>
            </a:extLst>
          </p:cNvPr>
          <p:cNvSpPr txBox="1"/>
          <p:nvPr/>
        </p:nvSpPr>
        <p:spPr>
          <a:xfrm>
            <a:off x="346230" y="2171500"/>
            <a:ext cx="1127464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Overview and Business Requirements.</a:t>
            </a:r>
          </a:p>
          <a:p>
            <a:r>
              <a:rPr lang="en-US" dirty="0"/>
              <a:t>1.Executive Summary.</a:t>
            </a:r>
          </a:p>
          <a:p>
            <a:r>
              <a:rPr lang="en-US" dirty="0"/>
              <a:t>2.Demographic Insights.</a:t>
            </a:r>
          </a:p>
          <a:p>
            <a:r>
              <a:rPr lang="en-US" dirty="0"/>
              <a:t>3.Service Performance.</a:t>
            </a:r>
          </a:p>
          <a:p>
            <a:r>
              <a:rPr lang="en-US" dirty="0"/>
              <a:t>4.Operational Metrics.</a:t>
            </a:r>
          </a:p>
          <a:p>
            <a:r>
              <a:rPr lang="en-US" dirty="0"/>
              <a:t>5.Exploratory Analysis.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Date: 24/12/2025</a:t>
            </a:r>
          </a:p>
          <a:p>
            <a:r>
              <a:rPr lang="en-US" dirty="0"/>
              <a:t>Author: Kadhar Basha</a:t>
            </a:r>
          </a:p>
          <a:p>
            <a:r>
              <a:rPr lang="en-US" dirty="0"/>
              <a:t>LinkedIn: https://www.linkedin.com/in/kadharbasha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54E893-FD9D-4855-8551-2E9F48B4B71B}"/>
              </a:ext>
            </a:extLst>
          </p:cNvPr>
          <p:cNvCxnSpPr/>
          <p:nvPr/>
        </p:nvCxnSpPr>
        <p:spPr>
          <a:xfrm>
            <a:off x="0" y="905522"/>
            <a:ext cx="12192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0" name="Graphic 9" descr="Earth globe Africa and Europe">
            <a:extLst>
              <a:ext uri="{FF2B5EF4-FFF2-40B4-BE49-F238E27FC236}">
                <a16:creationId xmlns:a16="http://schemas.microsoft.com/office/drawing/2014/main" id="{CED265FA-D76F-4450-8966-5464CF6C10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930" y="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59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E2C59-4C07-4983-A0AB-0CCF93E84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51116"/>
          </a:xfrm>
        </p:spPr>
        <p:txBody>
          <a:bodyPr/>
          <a:lstStyle/>
          <a:p>
            <a:r>
              <a:rPr lang="en-US" b="1" dirty="0"/>
              <a:t>Executive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472D5-9408-4A87-9281-19744AFAA0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3693"/>
            <a:ext cx="10515600" cy="4738781"/>
          </a:xfrm>
        </p:spPr>
        <p:txBody>
          <a:bodyPr/>
          <a:lstStyle/>
          <a:p>
            <a:r>
              <a:rPr lang="en-US" sz="2400" b="1" dirty="0"/>
              <a:t>Key Metrics.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dirty="0"/>
              <a:t>  25,976 Passengers analyzed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dirty="0"/>
              <a:t>Overall satisfaction Rate ~45% (satisfied) vs ~55% (neutral/dissatisfied)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dirty="0"/>
              <a:t>12 Service dimensions evaluated (1-5 scale)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dirty="0"/>
              <a:t>Operational delays impacts satisfaction significantly.</a:t>
            </a:r>
          </a:p>
          <a:p>
            <a:r>
              <a:rPr lang="en-US" dirty="0"/>
              <a:t>Key Finding #1- </a:t>
            </a:r>
            <a:r>
              <a:rPr lang="en-US" sz="2400" dirty="0"/>
              <a:t>Satisfaction by Customer Type.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dirty="0"/>
              <a:t>Loyal Customers :Higher Satisfaction.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dirty="0"/>
              <a:t>Disloyal Customers :Consistently lower ratings.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dirty="0"/>
              <a:t>RECOMMENDATION: Implement loyalty rewards program; personalized service recovery for at-risk customers.</a:t>
            </a:r>
          </a:p>
        </p:txBody>
      </p:sp>
    </p:spTree>
    <p:extLst>
      <p:ext uri="{BB962C8B-B14F-4D97-AF65-F5344CB8AC3E}">
        <p14:creationId xmlns:p14="http://schemas.microsoft.com/office/powerpoint/2010/main" val="2705449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48564A-1758-44B4-9473-147CFE2AEB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150" y="275208"/>
            <a:ext cx="10856650" cy="5901755"/>
          </a:xfrm>
        </p:spPr>
        <p:txBody>
          <a:bodyPr>
            <a:normAutofit/>
          </a:bodyPr>
          <a:lstStyle/>
          <a:p>
            <a:r>
              <a:rPr lang="en-US" sz="2400" dirty="0"/>
              <a:t>Key Finding #2- Service Performance Ranking.</a:t>
            </a:r>
          </a:p>
          <a:p>
            <a:pPr marL="0" indent="0">
              <a:buNone/>
            </a:pPr>
            <a:r>
              <a:rPr lang="en-US" sz="2000" dirty="0"/>
              <a:t>Rank top/bottom 5 service(from my analysis)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dirty="0"/>
              <a:t>Highest: Inflight Entertainment, Seat Comfort, Baggage Handling.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dirty="0"/>
              <a:t>Lowest: WIFI Service, Online Booking.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dirty="0"/>
              <a:t>RECOMMENDATION: Prioritize WIFI infrastructure upgrade.</a:t>
            </a:r>
          </a:p>
          <a:p>
            <a:r>
              <a:rPr lang="en-US" sz="2400" dirty="0"/>
              <a:t>Key Finding #3- Delays and Satisfaction Relationship.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dirty="0"/>
              <a:t>Insight: Flights delayed &gt;60 minutes show 30% drop in satisfaction.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dirty="0"/>
              <a:t>Delay Bands: On time (highest Satisfaction) -15-60 min(moderate)- 60 min(critical)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dirty="0"/>
              <a:t>RECOMMENDATION: Invest in Punctuality initiatives; proactive Communication during delays.</a:t>
            </a:r>
          </a:p>
          <a:p>
            <a:r>
              <a:rPr lang="en-US" sz="2400" dirty="0"/>
              <a:t>Key Finding #4- Demographic Insights.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dirty="0"/>
              <a:t>Age Groups: Middle Age Group(36-50) Highest Dissatisfaction.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dirty="0"/>
              <a:t>Gender Difference: Female has most Dissatisfaction compare to male.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dirty="0"/>
              <a:t>Travel Type: Middle Age and Senior Adults most using Business travelers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dirty="0"/>
              <a:t>RECOMMENDATION: Tailor services by segments.</a:t>
            </a:r>
          </a:p>
        </p:txBody>
      </p:sp>
    </p:spTree>
    <p:extLst>
      <p:ext uri="{BB962C8B-B14F-4D97-AF65-F5344CB8AC3E}">
        <p14:creationId xmlns:p14="http://schemas.microsoft.com/office/powerpoint/2010/main" val="2096409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50A14-7361-4415-ABAA-CC8BA22A8A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250" y="390617"/>
            <a:ext cx="10936550" cy="578634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/>
              <a:t>Key Finding #5- Class and Travel Distance Effects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lang="en-US" sz="1800" dirty="0"/>
              <a:t>Business Class: Higher Satisfaction, Willing to pay for Premium Services.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lang="en-US" sz="1800" dirty="0"/>
              <a:t>Economy Class: Price Sensitive; expect value for money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lang="en-US" sz="1800" dirty="0"/>
              <a:t>Long Haul: Greater dissatisfaction due to delays +service demand.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lang="en-US" sz="1800" dirty="0"/>
              <a:t>RECOMMENDATION: Differentiate service tiers; upgrade WIFI/meals quality for economy on long flights.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800" dirty="0"/>
              <a:t>Critical Problem Areas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800" dirty="0"/>
              <a:t>RED FLAGS: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1800" dirty="0"/>
              <a:t>WIFI reliability issues across all classes.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1800" dirty="0" err="1"/>
              <a:t>Checkin</a:t>
            </a:r>
            <a:r>
              <a:rPr lang="en-US" sz="1800" dirty="0"/>
              <a:t> delays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1800" dirty="0"/>
              <a:t>Gate location communication gaps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1800" dirty="0"/>
              <a:t>Consistent delay patterns on Specific distance.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endParaRPr lang="en-US" sz="1800" dirty="0"/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q"/>
            </a:pPr>
            <a:endParaRPr lang="en-US" sz="1800" dirty="0"/>
          </a:p>
          <a:p>
            <a:pPr marL="0" indent="0">
              <a:lnSpc>
                <a:spcPct val="11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6059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70258-34B1-4266-BE80-47982988AE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883" y="168676"/>
            <a:ext cx="10909917" cy="597277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400" dirty="0"/>
              <a:t> Quick Wins.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/>
              <a:t>WIFI upgrade: Partner with global provider; enable free/premium tiers.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/>
              <a:t>Check-in Simplification: self-service kiosks; mobile app check-in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/>
              <a:t>Communication: Real-Time SMS/app notification for gate </a:t>
            </a:r>
            <a:r>
              <a:rPr lang="en-US" sz="1800" dirty="0" err="1"/>
              <a:t>changes,delays</a:t>
            </a:r>
            <a:endParaRPr lang="en-US" sz="18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/>
              <a:t>Staff Trainings: Empathy-based recovery for delayed flights.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1800" dirty="0"/>
          </a:p>
          <a:p>
            <a:pPr>
              <a:buFont typeface="Wingdings" panose="05000000000000000000" pitchFamily="2" charset="2"/>
              <a:buChar char="§"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THANK YOU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Kadhar Basha</a:t>
            </a:r>
          </a:p>
          <a:p>
            <a:r>
              <a:rPr lang="en-US" sz="1800" dirty="0"/>
              <a:t>Date: 24/12/2025</a:t>
            </a:r>
          </a:p>
          <a:p>
            <a:r>
              <a:rPr lang="en-US" sz="1800" dirty="0"/>
              <a:t>Author: Kadhar Basha</a:t>
            </a:r>
          </a:p>
          <a:p>
            <a:r>
              <a:rPr lang="en-US" sz="1800" dirty="0"/>
              <a:t>LinkedIn: https://www.linkedin.com/in/kadharbasha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>
              <a:buFont typeface="Wingdings" panose="05000000000000000000" pitchFamily="2" charset="2"/>
              <a:buChar char="§"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1917502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114</TotalTime>
  <Words>448</Words>
  <Application>Microsoft Office PowerPoint</Application>
  <PresentationFormat>Widescreen</PresentationFormat>
  <Paragraphs>69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Wingdings</vt:lpstr>
      <vt:lpstr>Office Theme</vt:lpstr>
      <vt:lpstr>Travelopia Airlines</vt:lpstr>
      <vt:lpstr>Executive Overview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Travelopia Airlines</dc:title>
  <dc:creator>Basha_Asus_X505_ZA</dc:creator>
  <cp:lastModifiedBy>Basha_Asus_X505_ZA</cp:lastModifiedBy>
  <cp:revision>48</cp:revision>
  <dcterms:created xsi:type="dcterms:W3CDTF">2025-12-23T20:25:24Z</dcterms:created>
  <dcterms:modified xsi:type="dcterms:W3CDTF">2025-12-24T05:57:54Z</dcterms:modified>
</cp:coreProperties>
</file>